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nicole-english-teach.github.io/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-5400000">
            <a:off x="2003025" y="-429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 rot="-5400000">
            <a:off x="3620550" y="-429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rot="-5400000">
            <a:off x="5238075" y="-429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-5400000">
            <a:off x="6945575" y="-429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-2216953">
            <a:off x="8199986" y="618513"/>
            <a:ext cx="550852" cy="1192075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5400000">
            <a:off x="7407775" y="14273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 rot="5400000">
            <a:off x="5929150" y="145585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 rot="5400000">
            <a:off x="4400400" y="14960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 rot="5400000">
            <a:off x="2793025" y="14960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 rot="5400000">
            <a:off x="1185650" y="149602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 rot="-1997989">
            <a:off x="325925" y="208915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 rot="-5400000">
            <a:off x="1497300" y="282787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 rot="-5400000">
            <a:off x="3087575" y="282787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 rot="-5400000">
            <a:off x="4677850" y="282787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 rot="-5400000">
            <a:off x="6346850" y="282787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 rot="-5400000">
            <a:off x="7951450" y="2827875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 rot="2017300">
            <a:off x="8338086" y="3825188"/>
            <a:ext cx="550852" cy="1192075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 rot="5400000">
            <a:off x="7073725" y="41186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 rot="5400000">
            <a:off x="5593525" y="41186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 rot="5400000">
            <a:off x="4073525" y="41186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 rot="5400000">
            <a:off x="2553525" y="41186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 rot="5400000">
            <a:off x="1073325" y="4118600"/>
            <a:ext cx="550850" cy="1352050"/>
          </a:xfrm>
          <a:prstGeom prst="flowChartOffpageConnector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/>
        </p:nvSpPr>
        <p:spPr>
          <a:xfrm>
            <a:off x="1548700" y="407750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Something I really enjoy doing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13"/>
          <p:cNvSpPr txBox="1"/>
          <p:nvPr/>
        </p:nvSpPr>
        <p:spPr>
          <a:xfrm rot="-3185962">
            <a:off x="8139064" y="4053138"/>
            <a:ext cx="1118700" cy="5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think learning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828738" y="371500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think English class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6491250" y="285475"/>
            <a:ext cx="145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way I’m different from most people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13"/>
          <p:cNvSpPr txBox="1"/>
          <p:nvPr/>
        </p:nvSpPr>
        <p:spPr>
          <a:xfrm rot="3078535">
            <a:off x="7883392" y="1113349"/>
            <a:ext cx="1459397" cy="3538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know how to…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7146600" y="1841725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mom is really good at…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5595675" y="1870275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I grow up, I want to be a 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136175" y="1825700"/>
            <a:ext cx="145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animal I wouldn’t want to have as a pet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7522150" y="3228475"/>
            <a:ext cx="135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want to learn how to…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52950" y="1870275"/>
            <a:ext cx="135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Sometimes I help my mom with…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42975" y="3187063"/>
            <a:ext cx="145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best thing to see in my country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" name="Google Shape;87;p13"/>
          <p:cNvSpPr txBox="1"/>
          <p:nvPr/>
        </p:nvSpPr>
        <p:spPr>
          <a:xfrm rot="3062423">
            <a:off x="-65525" y="2571708"/>
            <a:ext cx="1459511" cy="354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am afraid of…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262888" y="3257188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Something I think is so funny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98275" y="3172450"/>
            <a:ext cx="1383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 could make a wish I would wish for…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835325" y="4448275"/>
            <a:ext cx="1291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 could learn another language I would learn…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243325" y="4519200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Something that is really boring is…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783825" y="4560325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favorite vacation was…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28175" y="4519200"/>
            <a:ext cx="115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I am really bad at…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188725" y="407750"/>
            <a:ext cx="14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Go forward 3 spaces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502475" y="1924275"/>
            <a:ext cx="118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Oh no! Go back to start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2626075" y="3242300"/>
            <a:ext cx="135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Go forward 1 space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333325" y="4519200"/>
            <a:ext cx="120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Oh no! Go back 2 spaces</a:t>
            </a:r>
            <a:endParaRPr sz="11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277975" y="107750"/>
            <a:ext cx="1090200" cy="1123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-31350" y="4155925"/>
            <a:ext cx="970200" cy="927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65475" y="469250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START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20950" y="4435075"/>
            <a:ext cx="7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34F5C"/>
                </a:solidFill>
              </a:rPr>
              <a:t>FINISH</a:t>
            </a:r>
            <a:endParaRPr b="1" sz="1200">
              <a:solidFill>
                <a:srgbClr val="134F5C"/>
              </a:solidFill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75" y="755516"/>
            <a:ext cx="618900" cy="6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387" y="285462"/>
            <a:ext cx="336575" cy="4753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3347775" y="1066975"/>
            <a:ext cx="290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0B5394"/>
                </a:solidFill>
                <a:latin typeface="Comic Sans MS"/>
                <a:ea typeface="Comic Sans MS"/>
                <a:cs typeface="Comic Sans MS"/>
                <a:sym typeface="Comic Sans MS"/>
              </a:rPr>
              <a:t>ABOUT ME </a:t>
            </a:r>
            <a:endParaRPr sz="3300">
              <a:solidFill>
                <a:srgbClr val="0B539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5" name="Google Shape;105;p13" title="Nicole’s English Classes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2475" y="105463"/>
            <a:ext cx="781500" cy="3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